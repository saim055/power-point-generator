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Simple Harmonic Motion and Simple Pendulum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0" y="182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B4A0"/>
                </a:solidFill>
              </a:rPr>
              <a:t>Lesson Overview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56692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00B4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</a:rPr>
              <a:t>Learning Objectives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5394960" cy="11155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Students will calculate the period of a simple pendulum using the formula T = 2π√(L/g)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09728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Success Criteria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1554480"/>
            <a:ext cx="2286000" cy="11155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All students will identify key concepts of simple harmonic motion and simple pendulum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Most students will apply simple harmonic motion and simple pendulum to solve problems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92608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B4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</a:rPr>
              <a:t>Keywords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simple harmonic motion, simple pendulum, period, frequency, angular frequency, amplitude, restoring force, torque, small-angle approximation, energy conservation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292608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Skills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74720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critical thinking, problem-solving, collaboration, communication, data analysis, scientific inquiry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92608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Links to other subjects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Mathematics, Engineering, Geography, Computer Science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389120"/>
            <a:ext cx="841248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UAE LINK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8640" y="475488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3636"/>
                </a:solidFill>
              </a:rPr>
              <a:t>Understanding simple harmonic motion is critical in engineering vibration-resistant structures like the Burj Khalifa and in developing precision instruments for space missions (e.g., Emirates Mars Mission)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371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Students will calculate the period of a simple pendulum using the formula T = 2π√(L/g)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2121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All students will identify key concepts of simple harmonic motion and simple pendulum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Most students will apply simple ha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072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simple harmonic motion, simple pendulum, period, frequency, angular frequency, amplitude, restoring force, torque, small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621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8221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critical thinking, problem-solving, collaboration, communication, data analysis, scientific inquiry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" y="4370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UAE Link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Understanding simple harmonic motion is critical in engineering vibration-resistant structures like the Burj Khalifa 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0" y="0"/>
            <a:ext cx="6858000" cy="7315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Engage: Simple Harmonic Motion and Simple Pendulum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182880"/>
            <a:ext cx="118872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82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Time: 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0" y="914400"/>
            <a:ext cx="621792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1097280"/>
            <a:ext cx="585216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Show a 30-second video of a large pendulum clock and ask: 'How does the length of the pendulum affect the time it keeps?'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Think-Pair-Share sequence: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- Individual think (1 min): What factors do you think affect the pendulum's period?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- Pair discussion (2 min): Discuss in pairs the factors affecting the pendulum's period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- Share out (2 min): Share out the factors discussed in pairs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Questions (each on new line):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• What is the role of gravity in a pendulum's motion?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• How does the length of a pendulum affect its period?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• What is the effect of amplitude on the period of a pendulum?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Expected misconception to address: Mass or amplitude effects on the pendulum's period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371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Students will calculate the period of a simple pendulum using the formula T = 2π√(L/g)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2121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All students will identify key concepts of simple harmonic motion and simple pendulum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Most students will apply simple ha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072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simple harmonic motion, simple pendulum, period, frequency, angular frequency, amplitude, restoring force, torque, small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621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8221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critical thinking, problem-solving, collaboration, communication, data analysis, scientific inquiry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" y="4370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UAE Link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Understanding simple harmonic motion is critical in engineering vibration-resistant structures like the Burj Khalifa 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0" y="0"/>
            <a:ext cx="6858000" cy="7315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Explore: Simple Harmonic Motion and Simple Pendulum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182880"/>
            <a:ext cx="118872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82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Time: 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0" y="914400"/>
            <a:ext cx="621792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1097280"/>
            <a:ext cx="585216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Materials: Pendulum bobs and strings, Stopwatch or digital timer, Meter ruler, Protractor, Computer with motion sensor (optional)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Procedure: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Step 1: Demonstrate a simple pendulum with two different lengths and ask students to predict which swings faster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Guiding questions with model answers: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What is the motion of a simple pendulum?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→ Simple harmonic motion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What is the effect of length on the period of a pendulum?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  → The period increases with the length of the pendulum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Differentiation: Provide additional support for students who need it, such as visual aids or extra time to complete the task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371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Students will calculate the period of a simple pendulum using the formula T = 2π√(L/g)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2121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All students will identify key concepts of simple harmonic motion and simple pendulum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Most students will apply simple ha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072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simple harmonic motion, simple pendulum, period, frequency, angular frequency, amplitude, restoring force, torque, small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621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8221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critical thinking, problem-solving, collaboration, communication, data analysis, scientific inquiry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" y="4370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UAE Link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Understanding simple harmonic motion is critical in engineering vibration-resistant structures like the Burj Khalifa 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0" y="0"/>
            <a:ext cx="6858000" cy="7315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Explain: Simple Harmonic Motion and Simple Pendulum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182880"/>
            <a:ext cx="118872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82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Time: 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0" y="914400"/>
            <a:ext cx="621792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1097280"/>
            <a:ext cx="585216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Step 1: Define simple harmonic motion and the conditions for a simple pendulum to approximate SHM (small angles, negligible friction)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Step 2: Introduce the period formula conceptually by discussing the restoring torque and angular frequency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Step 3: Guide students through an energy analysis: at maximum displacement, all energy is potential; at equilibrium, all kinetic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Step 4: Address common misconception that mass affects the period of a pendulum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Worked example: Calculate the period of a simple pendulum with a length of 1.0 m and g = 9.8 m/s²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Misconception check: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'Student might think mass affects the period' → Correction with evidence: The formula T = 2π√(L/g) does not include mass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371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Students will calculate the period of a simple pendulum using the formula T = 2π√(L/g)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2121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All students will identify key concepts of simple harmonic motion and simple pendulum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Most students will apply simple ha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072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simple harmonic motion, simple pendulum, period, frequency, angular frequency, amplitude, restoring force, torque, small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621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8221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critical thinking, problem-solving, collaboration, communication, data analysis, scientific inquiry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" y="4370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UAE Link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Understanding simple harmonic motion is critical in engineering vibration-resistant structures like the Burj Khalifa 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0" y="0"/>
            <a:ext cx="6858000" cy="7315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Elaborate: Simple Harmonic Motion and Simple Pendulum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182880"/>
            <a:ext cx="118872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82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Time: 15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0" y="914400"/>
            <a:ext cx="62179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1097280"/>
            <a:ext cx="585216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DETAILED cooperative tasks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UPPER 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Analyze the energy transformations in a simple pendulum by determining kinetic and potential energy at key points in its trajectory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Requirements: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- Plot energy vs. time graphs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- Determine the maximum angle for which the period remains constant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MIDDLE 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Calculate the period of a simple pendulum using the formula T = 2π√(L/g) for given lengths and local gravitational acceleration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Guidance: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Step 1: Use the formula to calculate the period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Step 2: Compare the calculated period with the experimental period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LOWER 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Identify key concepts of simple harmonic motion and simple pendulum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Steps: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1. Define simple harmonic motion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2. Describe the conditions for a simple pendulum to approximate SHM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371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Students will calculate the period of a simple pendulum using the formula T = 2π√(L/g)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2121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All students will identify key concepts of simple harmonic motion and simple pendulum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Most students will apply simple ha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072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simple harmonic motion, simple pendulum, period, frequency, angular frequency, amplitude, restoring force, torque, small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621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8221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critical thinking, problem-solving, collaboration, communication, data analysis, scientific inquiry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" y="4370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UAE Link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Understanding simple harmonic motion is critical in engineering vibration-resistant structures like the Burj Khalifa 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0" y="0"/>
            <a:ext cx="6858000" cy="7315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Evaluate: Simple Harmonic Motion and Simple Pendulum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182880"/>
            <a:ext cx="118872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82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Time: 15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0" y="914400"/>
            <a:ext cx="62179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1097280"/>
            <a:ext cx="585216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DETAILED independent assessment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UPPER 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Design an investigation to determine the maximum angle for which the period remains constant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Success criteria: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- Plot period vs. amplitude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  - Determine the angle at which the period deviates by &gt;1% from the small-angle prediction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MIDDLE 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Solve problems using the simple harmonic motion and simple pendulum concepts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Problem 1: Calculate the period of a simple pendulum with a length of 1.5 m and g = 9.8 m/s²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Problem 2: Determine the kinetic and potential energy of a pendulum at maximum displacement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LOWER 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Complete a worksheet with problems and graphs related to simple harmonic motion and simple pendulum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Step 1: Complete the worksheet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3636"/>
                </a:solidFill>
              </a:rPr>
              <a:t>• Step 2: Check the answers with a peer or the teacher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371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2880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Students will calculate the period of a simple pendulum using the formula T = 2π√(L/g)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82880" y="2121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All students will identify key concepts of simple harmonic motion and simple pendulum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Most students will apply simple ha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0723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simple harmonic motion, simple pendulum, period, frequency, angular frequency, amplitude, restoring force, torque, small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621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0"/>
                </a:solidFill>
              </a:rPr>
              <a:t>Skills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8221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critical thinking, problem-solving, collaboration, communication, data analysis, scientific inquiry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2880" y="43708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UAE Link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Understanding simple harmonic motion is critical in engineering vibration-resistant structures like the Burj Khalifa 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0" y="0"/>
            <a:ext cx="6858000" cy="7315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Plenary: Simple Harmonic Motion and Simple Pendulum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182880"/>
            <a:ext cx="118872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82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Time: 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0" y="914400"/>
            <a:ext cx="6217920" cy="40233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1097280"/>
            <a:ext cx="585216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What is the role of small-angle approximation in simple harmonic motion?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How does the length of a pendulum affect its period?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• What is the relationship between kinetic and potential energy in a simple pendulum?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63636"/>
                </a:solidFill>
              </a:rPr>
              <a:t>Key discussion point: The importance of understanding simple harmonic motion in real-world applications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2026-02-14T17:43:03Z</dcterms:created>
  <dcterms:modified xsi:type="dcterms:W3CDTF">2026-02-14T17:43:03Z</dcterms:modified>
</cp:coreProperties>
</file>